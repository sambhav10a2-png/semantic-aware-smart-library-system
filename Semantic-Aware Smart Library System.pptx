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70" r:id="rId9"/>
    <p:sldId id="269" r:id="rId10"/>
    <p:sldId id="268" r:id="rId11"/>
    <p:sldId id="272" r:id="rId12"/>
    <p:sldId id="266" r:id="rId13"/>
    <p:sldId id="271" r:id="rId14"/>
    <p:sldId id="267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11746" TargetMode="External"/><Relationship Id="rId2" Type="http://schemas.openxmlformats.org/officeDocument/2006/relationships/hyperlink" Target="https://www.researchgate.net/publication/381913966_A_survey_on_popularity_bias_in_recommender_system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html/2310.18608v2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07" y="2373149"/>
            <a:ext cx="11756570" cy="2251102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Book Recommendation and tracker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07" y="5502349"/>
            <a:ext cx="3152503" cy="1099356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Submitted By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Kumar Sambhav Singh Rathore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2427030694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8821985" y="5502349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Supervised By: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Mr. Bhawani Singh Rathore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489166" y="115040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833"/>
            <a:ext cx="10515600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2945"/>
            <a:ext cx="10515600" cy="1325563"/>
          </a:xfrm>
        </p:spPr>
        <p:txBody>
          <a:bodyPr/>
          <a:lstStyle/>
          <a:p>
            <a:r>
              <a:rPr lang="en-IN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868447"/>
            <a:ext cx="1152321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library systems only concentrate on manual search and catalog management.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don't offer effective navigation support, transparency, or personalization.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digital intelligence increases, users anticipate: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Tailored recommendations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Quicker discovery of books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recommendation logic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Shorter time spent physically searching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suggests a Smart Library System that combines physical shelf mapping, Explainable AI (XAI) and hybrid recommendation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6" y="44874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Literature </a:t>
            </a:r>
            <a:r>
              <a:rPr lang="en-IN" u="sng" dirty="0" smtClean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br>
              <a:rPr lang="en-IN" u="sng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6" y="937351"/>
            <a:ext cx="11266714" cy="5628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Several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recommendation approaches exist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content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based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filtering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suggests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items based on the similarity of attributes such as genre or author.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collaborative filtering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suggests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items based on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preferences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similar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users.</a:t>
            </a:r>
          </a:p>
          <a:p>
            <a:pPr marL="0" indent="0">
              <a:buNone/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hybrid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recommendation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combine both techniques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get higher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accuracy.</a:t>
            </a:r>
          </a:p>
          <a:p>
            <a:pPr marL="0" indent="0"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Research also highlights the importance of Explainable AI in increasing trust in recommendation systems. However, most existing systems focus on digital platforms and do not integrate physical location mapping or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explainability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within library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2224"/>
            <a:ext cx="10515600" cy="1325563"/>
          </a:xfrm>
        </p:spPr>
        <p:txBody>
          <a:bodyPr/>
          <a:lstStyle/>
          <a:p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IN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endParaRPr lang="en-IN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" y="1107167"/>
            <a:ext cx="11780520" cy="5750833"/>
          </a:xfrm>
        </p:spPr>
        <p:txBody>
          <a:bodyPr/>
          <a:lstStyle/>
          <a:p>
            <a:pPr marL="0" indent="0">
              <a:buNone/>
            </a:pP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Library users face: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Difficulty in discovering relevant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books, Lack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personalization, Time-consuming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manual shelf search</a:t>
            </a:r>
          </a:p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on top of that No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transparency in digital recommendation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systems.</a:t>
            </a:r>
          </a:p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a need for an intelligent, explainable, and location-aware recommendation system for physical libraries.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9641"/>
            <a:ext cx="10515600" cy="1325563"/>
          </a:xfrm>
        </p:spPr>
        <p:txBody>
          <a:bodyPr/>
          <a:lstStyle/>
          <a:p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954766"/>
            <a:ext cx="11876314" cy="5689873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Hybrid Book Recommendation System: Implementing 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Explainable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AI: Integrating the System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Reduction in the Average Time Taken for Searching Books in the Physical Library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Improvement in the Accuracy of the Recommendation System Using Similarity-Based Methods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Real-Time Location System for the Books on the Shelves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Hybrid System: A Scalable Approach for the Future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" y="-183515"/>
            <a:ext cx="10515600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Proposed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" y="1007019"/>
            <a:ext cx="11945983" cy="57159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System Overview: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Interface Layer – Web-based dashboard for interaction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Hybrid Recommendation Engine – Merges the principles of similarity and behavior-based recommendation systems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Explainability Module (XAI) – Generates human-readable explanations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Location Mapping Module – Displays section and shelf details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Database and Analytics Layer – Manages metadata and analytics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components work in concert to provide accurate, transparent, and efficient recommendations.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7068"/>
            <a:ext cx="10515600" cy="1325563"/>
          </a:xfrm>
        </p:spPr>
        <p:txBody>
          <a:bodyPr/>
          <a:lstStyle/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15923"/>
            <a:ext cx="11911149" cy="5624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Data Collection &amp;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Preprocessing: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Collection of book metadata including title, author, genre, language, keywords, and shelf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Recording user activity such as search queries and borrowing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Cleaning and standardizing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Converting categorical features into numerical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•Preparing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structured data for similarity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stage ensures that the system has reliable and consistent data for analysis.</a:t>
            </a:r>
          </a:p>
        </p:txBody>
      </p:sp>
    </p:spTree>
    <p:extLst>
      <p:ext uri="{BB962C8B-B14F-4D97-AF65-F5344CB8AC3E}">
        <p14:creationId xmlns:p14="http://schemas.microsoft.com/office/powerpoint/2010/main" val="231887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20" y="1098459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Application of Cosine Similarity to measure content similarity between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books.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Implementation of K-Nearest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Neighbor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(KNN) logic to identify closely related books or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users.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Generation of similarity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scores.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Ranking of books based on relevance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score.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forms the technical backbone of the hybrid recommendation engine.</a:t>
            </a:r>
          </a:p>
        </p:txBody>
      </p:sp>
    </p:spTree>
    <p:extLst>
      <p:ext uri="{BB962C8B-B14F-4D97-AF65-F5344CB8AC3E}">
        <p14:creationId xmlns:p14="http://schemas.microsoft.com/office/powerpoint/2010/main" val="196275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60" y="-3176"/>
            <a:ext cx="11851640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1185544"/>
            <a:ext cx="11851640" cy="4991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Explainable AI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</a:p>
          <a:p>
            <a:pPr marL="0" indent="0">
              <a:buNone/>
            </a:pP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avoid black-box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behavior: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Generate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feature-based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explanations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Display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similarity reasoning such as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“Genre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match found”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“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Author similarity detected”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“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Popular among similar readers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Provide confidence score for each recommendation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XAI module enhances transparency and increases user confidence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97718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Methodology data flow diagram: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1026" name="Picture 2" descr="waahshampywaa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2" y="740229"/>
            <a:ext cx="6786190" cy="5973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583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98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0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46" y="139337"/>
            <a:ext cx="10515600" cy="1325563"/>
          </a:xfrm>
        </p:spPr>
        <p:txBody>
          <a:bodyPr/>
          <a:lstStyle/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Outcomes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46" y="1325563"/>
            <a:ext cx="11831320" cy="528859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proposed system enhances traditional libraries by combining intelligent recommendation logic with explainability and physical navigation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It improves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Personalization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Transparency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User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engagement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successfully bridges the gap between digital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 intelligence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physical library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navigation</a:t>
            </a:r>
            <a:r>
              <a:rPr lang="en-US" dirty="0" smtClean="0"/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[1] “A Survey on Popularity Bias in Recommender Systems”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Klimashevskaia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Jannach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Elahi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Trattner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https://www.researchgate.net/publication/381913966_A_survey_on_popularity_bias_in_recommender_systems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[2] “Recommendation Systems in Libraries: an Application with Heterogeneous Data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Sources”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Speciale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Vallero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Vassio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Mellia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(2023),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https://arxiv.org/abs/2303.11746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“Embedding in Recommender Systems: A Survey”,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https://arxiv.org/html/2310.18608v2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“Explainable Recommendation: A Survey and New Perspectives”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Yongfeng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Zhang and Xu Chen, https://arxiv.org/abs/1804.11192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926" y="2688136"/>
            <a:ext cx="5257800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510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&lt;Book Recommendation and tracker System&gt;</vt:lpstr>
      <vt:lpstr>Outline</vt:lpstr>
      <vt:lpstr>Introduction</vt:lpstr>
      <vt:lpstr>Literature Review  </vt:lpstr>
      <vt:lpstr>Problem Statement</vt:lpstr>
      <vt:lpstr>Objectives</vt:lpstr>
      <vt:lpstr>Proposed Methodology</vt:lpstr>
      <vt:lpstr>Proposed Methodology</vt:lpstr>
      <vt:lpstr>Proposed Methodology</vt:lpstr>
      <vt:lpstr>Proposed Methodology</vt:lpstr>
      <vt:lpstr>Methodology data flow diagram:  </vt:lpstr>
      <vt:lpstr>PowerPoint Presentation</vt:lpstr>
      <vt:lpstr>PowerPoint Presentation</vt:lpstr>
      <vt:lpstr>Outcomes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</dc:title>
  <dc:creator>Akshay Jadhav [MU - Jaipur]</dc:creator>
  <cp:lastModifiedBy>Kumar Sambhav Rathore</cp:lastModifiedBy>
  <cp:revision>22</cp:revision>
  <dcterms:created xsi:type="dcterms:W3CDTF">2025-09-29T05:03:41Z</dcterms:created>
  <dcterms:modified xsi:type="dcterms:W3CDTF">2026-02-15T09:43:30Z</dcterms:modified>
</cp:coreProperties>
</file>